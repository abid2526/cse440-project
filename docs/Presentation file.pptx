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118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main.py — open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1/4  Abid 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   ·   opens the presentation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00200"/>
            <a:ext cx="11274552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148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34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Adventure Quest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34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Dynamic Narrative Game Using Factor Graphs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337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CSE440  ·  Artificial Intelligence  ·  Group Project  ·  Summer 2026 ·  Group 9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41148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4279392"/>
            <a:ext cx="128016" cy="128016"/>
          </a:xfrm>
          <a:prstGeom prst="ellipse">
            <a:avLst/>
          </a:prstGeom>
          <a:solidFill>
            <a:srgbClr val="5DB8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411480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7136" y="4279392"/>
            <a:ext cx="128016" cy="128016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Abdullah Al Maruf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700016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4864608"/>
            <a:ext cx="128016" cy="128016"/>
          </a:xfrm>
          <a:prstGeom prst="ellipse">
            <a:avLst/>
          </a:prstGeom>
          <a:solidFill>
            <a:srgbClr val="C792E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88720" y="4700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Sabbir Ahmed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70832" y="4700016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17136" y="4864608"/>
            <a:ext cx="128016" cy="128016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736592" y="47000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Sayed Rimon Ahamed</a:t>
            </a:r>
            <a:endParaRPr lang="en-US" sz="1100" dirty="0"/>
          </a:p>
        </p:txBody>
      </p:sp>
      <p:pic>
        <p:nvPicPr>
          <p:cNvPr id="29" name="Image 0" descr="/home/claude/build/images/cry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2148840"/>
            <a:ext cx="128016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team.md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1/4  Abid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   ·   introducing the team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Introduction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73736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089404"/>
            <a:ext cx="164592" cy="164592"/>
          </a:xfrm>
          <a:prstGeom prst="ellipse">
            <a:avLst/>
          </a:prstGeom>
          <a:solidFill>
            <a:srgbClr val="5DB8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18470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212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· Story Design · README · Documentation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095244"/>
            <a:ext cx="164592" cy="164592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2852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Abdullah Al Maruf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2186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World · Locations · Player State System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101084"/>
            <a:ext cx="164592" cy="164592"/>
          </a:xfrm>
          <a:prstGeom prst="ellipse">
            <a:avLst/>
          </a:prstGeom>
          <a:solidFill>
            <a:srgbClr val="C792E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51560" y="3858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Sabbir Ahmed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2245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Graph AI · Decision Logic (factor_graph.py)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11274552" cy="868680"/>
          </a:xfrm>
          <a:prstGeom prst="roundRect">
            <a:avLst>
              <a:gd name="adj" fmla="val 8421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106924"/>
            <a:ext cx="164592" cy="164592"/>
          </a:xfrm>
          <a:prstGeom prst="ellipse">
            <a:avLst/>
          </a:prstGeom>
          <a:solidFill>
            <a:srgbClr val="50C87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51560" y="48646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Sayed Rimon Ahamed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303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69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Loop · Events · GUI (Tkinter) · Integration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goal.md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1/4  Abid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   ·   problem + goal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  ·  Md. Abdullah Al Maruf  ·  Sabbir Ahmed  ·  Sayed Rimon Ahamed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 &amp; Goal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544068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A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" y="2226267"/>
            <a:ext cx="4937760" cy="323982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2600"/>
              </a:spcAft>
              <a:buSzPct val="100000"/>
              <a:buChar char="›"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simple adventure games follow a fixed storyline</a:t>
            </a:r>
            <a:endParaRPr lang="en-US" sz="1500" dirty="0"/>
          </a:p>
          <a:p>
            <a:pPr marL="228600" indent="-228600">
              <a:spcAft>
                <a:spcPts val="2600"/>
              </a:spcAft>
              <a:buSzPct val="100000"/>
              <a:buChar char="›"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 experiences the same sequence of events</a:t>
            </a:r>
            <a:endParaRPr lang="en-US" sz="1500" dirty="0"/>
          </a:p>
          <a:p>
            <a:pPr marL="228600" indent="-228600">
              <a:spcAft>
                <a:spcPts val="2600"/>
              </a:spcAft>
              <a:buSzPct val="100000"/>
              <a:buChar char="›"/>
            </a:pPr>
            <a:r>
              <a:rPr lang="en-US" sz="15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gameplay predictable and repetitive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080760" y="1600200"/>
            <a:ext cx="5650992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Goal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286000"/>
            <a:ext cx="512064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adventure game whose story reacts to player state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Factor Graphs to drive AI-based event selection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Health, Gold, Weapon, Reputation &amp; Location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different players genuinely different playthroughs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 real AI technique in an approachable way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architecture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1/4  Abid 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D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   ·   structure + repo layout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Approach — Modular Python + Tkinter GUI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6492240" cy="4718304"/>
          </a:xfrm>
          <a:prstGeom prst="roundRect">
            <a:avLst>
              <a:gd name="adj" fmla="val 1550"/>
            </a:avLst>
          </a:prstGeom>
          <a:solidFill>
            <a:srgbClr val="0E0E12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709928"/>
            <a:ext cx="6163056" cy="449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cse440-project/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250" dirty="0" err="1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launches the Tkinter GUI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250" dirty="0" err="1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gui.py</a:t>
            </a: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AdventureGUI — screens &amp; rendering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250" dirty="0" err="1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game.py</a:t>
            </a: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# Game — routes events by location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factor_graph.py # AdventureFactorGraph — AI core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</a:t>
            </a:r>
            <a:r>
              <a:rPr lang="en-US" sz="1250" dirty="0" err="1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events.py</a:t>
            </a: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per-event outcome functions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</a:t>
            </a:r>
            <a:r>
              <a:rPr lang="en-US" sz="1250" dirty="0" err="1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# Player state (health, gold, ...)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assets/images/      # location &amp; character art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diagrams/           # factor graph diagram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               # plan · story · factor graph design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14032" y="1600200"/>
            <a:ext cx="4617720" cy="4718304"/>
          </a:xfrm>
          <a:prstGeom prst="roundRect">
            <a:avLst>
              <a:gd name="adj" fmla="val 1584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88352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flows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88352" y="2286000"/>
            <a:ext cx="411480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starts the Tkinter GUI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drives Game, which asks: what happens next?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checks player.location and routes the event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events are chosen by the Factor Graph AI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each member covers their part in order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docs/Story.md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2/4  Maruf 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Abdullah Al Maruf   ·   story + world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Muntasir Abid  ·  Md. Abdullah Al Maruf  ·  Sabbir Ahmed  ·  Sayed Rimon Ahamed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Story — Search for the Ancient Crystal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694944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874520"/>
            <a:ext cx="6309360" cy="42611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kingdom's greatest treasure, the Ancient Crystal, lies hidden in a mysterious cave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is an adventurer setting out to find it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Along the way: explore locations, meet characters, collect items, face challenges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affects future events — no two playthroughs are identical</a:t>
            </a:r>
            <a:endParaRPr lang="en-US" sz="1400" dirty="0"/>
          </a:p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the Crystal and complete the adventure safely</a:t>
            </a:r>
            <a:endParaRPr lang="en-US" sz="1400" dirty="0"/>
          </a:p>
        </p:txBody>
      </p:sp>
      <p:pic>
        <p:nvPicPr>
          <p:cNvPr id="16" name="Image 0" descr="/home/claude/build/images/p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0"/>
            <a:ext cx="2468880" cy="41605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35240" y="6007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Adventurer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docs/Story.md — locations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2/4  Maruf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Abdullah Al Maruf   ·   three game locations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World — Three Locations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3611880" cy="4718304"/>
          </a:xfrm>
          <a:prstGeom prst="roundRect">
            <a:avLst>
              <a:gd name="adj" fmla="val 2025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pic>
        <p:nvPicPr>
          <p:cNvPr id="15" name="Image 0" descr="/home/claude/build/images/vi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1368"/>
            <a:ext cx="3154680" cy="233172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5800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Village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617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· Old Man · Rest at Inn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288536" y="1600200"/>
            <a:ext cx="3611880" cy="4718304"/>
          </a:xfrm>
          <a:prstGeom prst="roundRect">
            <a:avLst>
              <a:gd name="adj" fmla="val 2025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pic>
        <p:nvPicPr>
          <p:cNvPr id="19" name="Image 1" descr="/home/claude/build/images/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1801368"/>
            <a:ext cx="3154680" cy="23317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17136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Forest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17136" y="4617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Wolf Attack · Hidden Treasure · Lost Traveler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19872" y="1600200"/>
            <a:ext cx="3611880" cy="4718304"/>
          </a:xfrm>
          <a:prstGeom prst="roundRect">
            <a:avLst>
              <a:gd name="adj" fmla="val 2025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pic>
        <p:nvPicPr>
          <p:cNvPr id="23" name="Image 2" descr="/home/claude/build/images/ca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1801368"/>
            <a:ext cx="3154680" cy="23317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348472" y="4251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Cave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8348472" y="46177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Goblin Battle · Ancient Crystal · Final Guardian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src/player.py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2/4  Maruf 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Md. Abdullah Al Maruf   ·   player state · variables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State System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5760720" cy="4718304"/>
          </a:xfrm>
          <a:prstGeom prst="roundRect">
            <a:avLst>
              <a:gd name="adj" fmla="val 1550"/>
            </a:avLst>
          </a:prstGeom>
          <a:solidFill>
            <a:srgbClr val="0E0E12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709928"/>
            <a:ext cx="5431536" cy="449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Player: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self.health = 100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self.gold = 30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self.weapon = False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self.reputation = "Good"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self.location = "Village"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self.crystal = False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is_alive(self):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self.health &gt; 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2512" y="1600200"/>
            <a:ext cx="534924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6832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variables drive everything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2286000"/>
            <a:ext cx="4846320" cy="34381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— High / Low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— High / Low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Weapon — Yes / No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— Good / Bad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Village / Forest / Cave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docs/factor_graph.md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3/4  Sabbir 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Sabbir Ahmed   ·   factor graph concept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a Factor Graph?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11274552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1920240"/>
            <a:ext cx="10515600" cy="416966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3200"/>
              </a:spcAft>
              <a:buSzPct val="100000"/>
              <a:buChar char="›"/>
            </a:pPr>
            <a:r>
              <a:rPr lang="en-US" sz="18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 Graph connects variables through "factor" nodes that score how well combinations of values fit together</a:t>
            </a:r>
            <a:endParaRPr lang="en-US" sz="1800" dirty="0"/>
          </a:p>
          <a:p>
            <a:pPr marL="228600" indent="-228600">
              <a:spcAft>
                <a:spcPts val="3200"/>
              </a:spcAft>
              <a:buSzPct val="100000"/>
              <a:buChar char="›"/>
            </a:pPr>
            <a:r>
              <a:rPr lang="en-US" sz="18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one condition at a time, it weighs several player variables together before deciding the outcome</a:t>
            </a:r>
            <a:endParaRPr lang="en-US" sz="1800" dirty="0"/>
          </a:p>
          <a:p>
            <a:pPr marL="228600" indent="-228600">
              <a:spcAft>
                <a:spcPts val="3200"/>
              </a:spcAft>
              <a:buSzPct val="100000"/>
              <a:buChar char="›"/>
            </a:pPr>
            <a:r>
              <a:rPr lang="en-US" sz="18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game, the factor graph replaces a fixed sequence of events with a state-aware decision process</a:t>
            </a:r>
            <a:endParaRPr lang="en-US" sz="1800" dirty="0"/>
          </a:p>
          <a:p>
            <a:pPr marL="228600" indent="-228600">
              <a:spcAft>
                <a:spcPts val="3200"/>
              </a:spcAft>
              <a:buSzPct val="100000"/>
              <a:buChar char="›"/>
            </a:pPr>
            <a:r>
              <a:rPr lang="en-US" sz="18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player states → different factor scores → different events, even from the same location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diagrams/factor_graph.png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3/4  Sabbir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Sabbir Ahmed   ·   our factor graph design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Factor Graph Design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667512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32323C"/>
            </a:solidFill>
            <a:prstDash val="solid"/>
          </a:ln>
        </p:spPr>
      </p:sp>
      <p:pic>
        <p:nvPicPr>
          <p:cNvPr id="15" name="Image 0" descr="/home/claude/build/images/factor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68" y="1737360"/>
            <a:ext cx="4215740" cy="4443984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296912" y="1600200"/>
            <a:ext cx="4434840" cy="4718304"/>
          </a:xfrm>
          <a:prstGeom prst="roundRect">
            <a:avLst>
              <a:gd name="adj" fmla="val 1649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71232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factor nodes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571232" y="2286000"/>
            <a:ext cx="393192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3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— Health + Weapon → battle result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3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Interaction — Gold + Reputation → how NPCs respond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›"/>
            </a:pPr>
            <a:r>
              <a:rPr lang="en-US" sz="13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— Location + Reputation → next event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src/factor_graph.py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3/4  Sabbir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Sabbir Ahmed   ·   combat factor · pgmpy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 Factor — Built with pgmpy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6675120" cy="4718304"/>
          </a:xfrm>
          <a:prstGeom prst="roundRect">
            <a:avLst>
              <a:gd name="adj" fmla="val 1550"/>
            </a:avLst>
          </a:prstGeom>
          <a:solidFill>
            <a:srgbClr val="0E0E12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709928"/>
            <a:ext cx="6345936" cy="449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Health, Weapon -&gt; Event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 = DiscreteFactor(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["Health", "Weapon", "Event"],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[2, 2, 3],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np.array([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0.2, 0.6, 0.2,   # low health, no weapon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0.1, 0.2, 0.7,   # low health, weapon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0.7, 0.2, 0.1,   # high health, no weapon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0.3, 0.5, 0.2,   # high health, weapon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]).reshape(2, 2, 3)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8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96912" y="1600200"/>
            <a:ext cx="4434840" cy="4718304"/>
          </a:xfrm>
          <a:prstGeom prst="roundRect">
            <a:avLst>
              <a:gd name="adj" fmla="val 1649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 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71232" y="2286000"/>
            <a:ext cx="393192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is a probability distribution over event types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with high health &amp; a weapon leans toward a fair fight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health, no weapon → the graph favors safer outcomes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pgmpy's DiscreteFactor stores and evaluates these tables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src/factor_graph.py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3/4  Sabbir 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Sabbir Ahmed   ·   NPC &amp; exploration factors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NPC Interaction &amp; Exploration Factors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5760720" cy="4718304"/>
          </a:xfrm>
          <a:prstGeom prst="roundRect">
            <a:avLst>
              <a:gd name="adj" fmla="val 1550"/>
            </a:avLst>
          </a:prstGeom>
          <a:solidFill>
            <a:srgbClr val="0E0E12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1709928"/>
            <a:ext cx="5431536" cy="4498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Reputation, Gold -&gt; Event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 = DiscreteFactor(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["Reputation", "Gold", "Event"],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[2, 2, 3], np.array([...]))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Location, Reputation -&gt; Event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8B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exploration = DiscreteFactor(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["Location", "Reputation", "Event"],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[3, 2, 3], np.ones(18))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2512" y="1600200"/>
            <a:ext cx="534924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6832" y="1828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each one does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2286000"/>
            <a:ext cx="4846320" cy="34381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— good reputation &amp; spare gold win over NPCs (help, discounts)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reputation → NPCs may be cold or refuse to help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— location &amp; reputation shape which world event fires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›"/>
            </a:pPr>
            <a:r>
              <a:rPr lang="en-US" sz="12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factors feed into one shared "Event" variable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choose_event()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4/4  Rimon 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Sayed Rimon Ahamed   ·   decision process in the game loop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Player State to the Next Event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746504"/>
            <a:ext cx="457200" cy="60960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1746504"/>
            <a:ext cx="45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1746504"/>
            <a:ext cx="10680192" cy="6096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1746504"/>
            <a:ext cx="10149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player's current state (health, gold, weapon, reputation)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2502408"/>
            <a:ext cx="457200" cy="60960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502408"/>
            <a:ext cx="45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51560" y="2502408"/>
            <a:ext cx="10680192" cy="6096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25880" y="2502408"/>
            <a:ext cx="10149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variables into the Factor Graph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258312"/>
            <a:ext cx="457200" cy="60960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258312"/>
            <a:ext cx="45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1560" y="3258312"/>
            <a:ext cx="10680192" cy="6096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325880" y="3258312"/>
            <a:ext cx="10149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event type: combat, social, exploration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57200" y="4014216"/>
            <a:ext cx="457200" cy="60960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014216"/>
            <a:ext cx="45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51560" y="4014216"/>
            <a:ext cx="10680192" cy="6096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25880" y="4014216"/>
            <a:ext cx="10149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scores into probabilities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57200" y="4770120"/>
            <a:ext cx="457200" cy="60960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4770120"/>
            <a:ext cx="45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51560" y="4770120"/>
            <a:ext cx="10680192" cy="6096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325880" y="4770120"/>
            <a:ext cx="10149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select an event weighted by those probabilities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57200" y="5526024"/>
            <a:ext cx="457200" cy="609600"/>
          </a:xfrm>
          <a:prstGeom prst="roundRect">
            <a:avLst>
              <a:gd name="adj" fmla="val 16000"/>
            </a:avLst>
          </a:prstGeom>
          <a:solidFill>
            <a:srgbClr val="1A1A20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5526024"/>
            <a:ext cx="45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51560" y="5526024"/>
            <a:ext cx="10680192" cy="609600"/>
          </a:xfrm>
          <a:prstGeom prst="roundRect">
            <a:avLst>
              <a:gd name="adj" fmla="val 1200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526024"/>
            <a:ext cx="10149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event function and update the player's state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src/gui.py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4/4  Rimon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Sayed Rimon Ahamed   ·   GUI + technology stack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&amp; Technology Stack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557784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Tkinter GUI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286000"/>
            <a:ext cx="502920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22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 console loop with a graphical adventure screen</a:t>
            </a:r>
            <a:endParaRPr lang="en-US" sz="1400" dirty="0"/>
          </a:p>
          <a:p>
            <a:pPr marL="228600" indent="-228600">
              <a:spcAft>
                <a:spcPts val="22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location art, event text, and player status</a:t>
            </a:r>
            <a:endParaRPr lang="en-US" sz="1400" dirty="0"/>
          </a:p>
          <a:p>
            <a:pPr marL="228600" indent="-228600">
              <a:spcAft>
                <a:spcPts val="22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drive choices instead of typed commands</a:t>
            </a:r>
            <a:endParaRPr lang="en-US" sz="1400" dirty="0"/>
          </a:p>
          <a:p>
            <a:pPr marL="228600" indent="-228600">
              <a:spcAft>
                <a:spcPts val="22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gui.py wires the GUI directly to Game and Player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53912" y="1600200"/>
            <a:ext cx="557784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28232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Libraries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28232" y="2286000"/>
            <a:ext cx="502920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18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game logic and application structure</a:t>
            </a:r>
            <a:endParaRPr lang="en-US" sz="1400" dirty="0"/>
          </a:p>
          <a:p>
            <a:pPr marL="228600" indent="-228600">
              <a:spcAft>
                <a:spcPts val="18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— graphical user interface</a:t>
            </a:r>
            <a:endParaRPr lang="en-US" sz="1400" dirty="0"/>
          </a:p>
          <a:p>
            <a:pPr marL="228600" indent="-228600">
              <a:spcAft>
                <a:spcPts val="18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pgmpy — Factor Graph model &amp; DiscreteFactor tables</a:t>
            </a:r>
            <a:endParaRPr lang="en-US" sz="1400" dirty="0"/>
          </a:p>
          <a:p>
            <a:pPr marL="228600" indent="-228600">
              <a:spcAft>
                <a:spcPts val="18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&amp; Matplotlib — factor graph diagram generation</a:t>
            </a:r>
            <a:endParaRPr lang="en-US" sz="1400" dirty="0"/>
          </a:p>
          <a:p>
            <a:pPr marL="228600" indent="-228600">
              <a:spcAft>
                <a:spcPts val="18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— version control across the semester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end_game()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4/4  Rimon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Sayed Rimon Ahamed   ·   endings + current progress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 Endings &amp; Current Progress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544068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Endings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286000"/>
            <a:ext cx="493776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2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the Crystal is found, adventure completed safely</a:t>
            </a:r>
            <a:endParaRPr lang="en-US" sz="1450" dirty="0"/>
          </a:p>
          <a:p>
            <a:pPr marL="228600" indent="-228600">
              <a:spcAft>
                <a:spcPts val="2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— the Crystal is found, but health or resources are low</a:t>
            </a:r>
            <a:endParaRPr lang="en-US" sz="1450" dirty="0"/>
          </a:p>
          <a:p>
            <a:pPr marL="228600" indent="-228600">
              <a:spcAft>
                <a:spcPts val="2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— the player's health reaches zero before the goal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080760" y="1600200"/>
            <a:ext cx="5650992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We 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286000"/>
            <a:ext cx="5120640" cy="38039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story, locations, player system, Factor Graph AI, game loop, GUI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main.py → GUI → Game → Factor Graph → Events, end to end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final documentation and polish</a:t>
            </a:r>
            <a:endParaRPr lang="en-US" sz="1400" dirty="0"/>
          </a:p>
          <a:p>
            <a:pPr marL="228600" indent="-228600">
              <a:spcAft>
                <a:spcPts val="2000"/>
              </a:spcAft>
              <a:buSzPct val="100000"/>
              <a:buChar char="›"/>
            </a:pPr>
            <a:r>
              <a:rPr lang="en-US" sz="140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extended testing across more player-state combinations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420624"/>
          </a:xfrm>
          <a:prstGeom prst="rect">
            <a:avLst/>
          </a:prstGeom>
          <a:solidFill>
            <a:srgbClr val="282830"/>
          </a:solidFill>
          <a:ln/>
        </p:spPr>
      </p:sp>
      <p:sp>
        <p:nvSpPr>
          <p:cNvPr id="4" name="Shape 2"/>
          <p:cNvSpPr/>
          <p:nvPr/>
        </p:nvSpPr>
        <p:spPr>
          <a:xfrm>
            <a:off x="256032" y="141732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" y="141732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41732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0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 ·  github — wrap up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0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4/4  Rimon 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20624"/>
            <a:ext cx="12191695" cy="310896"/>
          </a:xfrm>
          <a:prstGeom prst="rect">
            <a:avLst/>
          </a:prstGeom>
          <a:solidFill>
            <a:srgbClr val="1A1A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20624"/>
            <a:ext cx="11247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 </a:t>
            </a:r>
            <a:r>
              <a:rPr lang="en-US" sz="1050" dirty="0">
                <a:solidFill>
                  <a:srgbClr val="969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Sayed Rimon Ahamed   ·   closes · GitHub wrap + thank you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C0C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896112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2600" b="1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Wrap-Up &amp; Thank You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57200" y="1600200"/>
            <a:ext cx="6949440" cy="4718304"/>
          </a:xfrm>
          <a:prstGeom prst="roundRect">
            <a:avLst>
              <a:gd name="adj" fmla="val 1550"/>
            </a:avLst>
          </a:prstGeom>
          <a:solidFill>
            <a:srgbClr val="1A1A20"/>
          </a:solidFill>
          <a:ln w="12700">
            <a:solidFill>
              <a:srgbClr val="323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1874520"/>
            <a:ext cx="6309360" cy="42611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scroll through commit history — semester-long teamwork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folders: src/ · assets/ · diagrams/ · docs/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 holds the project plan, story design &amp; factor graph design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Abid (plan/story) · Maruf (world) · Sabbir (AI) · Rimon (game/GUI)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›"/>
            </a:pPr>
            <a:r>
              <a:rPr lang="en-US" sz="1450" dirty="0">
                <a:solidFill>
                  <a:srgbClr val="E6E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we're ready for questions</a:t>
            </a:r>
            <a:endParaRPr lang="en-US" sz="1450" dirty="0"/>
          </a:p>
        </p:txBody>
      </p:sp>
      <p:pic>
        <p:nvPicPr>
          <p:cNvPr id="16" name="Image 0" descr="/home/claude/build/images/crys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057400"/>
            <a:ext cx="2286000" cy="4261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1558</Words>
  <Application>Microsoft Macintosh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SHOYEB ABID</cp:lastModifiedBy>
  <cp:revision>2</cp:revision>
  <dcterms:created xsi:type="dcterms:W3CDTF">2026-08-27T05:24:08Z</dcterms:created>
  <dcterms:modified xsi:type="dcterms:W3CDTF">2026-08-27T06:47:30Z</dcterms:modified>
</cp:coreProperties>
</file>